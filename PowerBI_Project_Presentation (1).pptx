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C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E-Commerce Sales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IN" dirty="0"/>
              <a:t>Presented by-</a:t>
            </a:r>
            <a:r>
              <a:rPr dirty="0"/>
              <a:t>Hritik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C88"/>
                </a:solidFill>
              </a:defRPr>
            </a:pPr>
            <a:r>
              <a:t>Problem Statement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Understand overall business performance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Clean and prepare raw data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Identify KPIs and trends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Analyze customers, products, and sales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Provide actionable business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381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C88"/>
                </a:solidFill>
              </a:defRPr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Customer table: 3 attributes</a:t>
            </a:r>
            <a:endParaRPr lang="en-IN" dirty="0"/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IN" dirty="0"/>
              <a:t>Order table: 11 attributes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Orders, Product</a:t>
            </a:r>
            <a:endParaRPr lang="en-IN" dirty="0"/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Time intelligence enabled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Total unique products: 45</a:t>
            </a:r>
            <a:endParaRPr lang="en-IN" dirty="0"/>
          </a:p>
          <a:p>
            <a:pPr marL="0" indent="0">
              <a:buNone/>
              <a:defRPr sz="1800">
                <a:solidFill>
                  <a:srgbClr val="374151"/>
                </a:solidFill>
              </a:defRPr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381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C88"/>
                </a:solidFill>
              </a:defRPr>
            </a:pPr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Removed blanks and unused columns</a:t>
            </a:r>
            <a:endParaRPr lang="en-IN" dirty="0"/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IN" dirty="0"/>
              <a:t>Replaced null values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Cleaned and standardized text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Corrected data types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Power Query (M language)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381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C88"/>
                </a:solidFill>
              </a:defRPr>
            </a:pPr>
            <a:r>
              <a:t>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Star schema design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One-to-Many: Customers → Orders</a:t>
            </a:r>
            <a:endParaRPr lang="en-IN" dirty="0"/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IN" dirty="0"/>
              <a:t>Single-direction filtering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IN" dirty="0"/>
              <a:t>Date table enabled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381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C88"/>
                </a:solidFill>
              </a:defRPr>
            </a:pPr>
            <a:r>
              <a:t>Key KPIs &amp; DAX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Total Revenue (SUMX)</a:t>
            </a:r>
            <a:endParaRPr lang="en-IN" dirty="0"/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IN" dirty="0"/>
              <a:t>Total sales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IN" dirty="0"/>
              <a:t>Total customer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IN" dirty="0"/>
              <a:t>Average Rating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IN" dirty="0"/>
              <a:t>YoY sales change 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IN" dirty="0"/>
              <a:t>Previous year sales etc.</a:t>
            </a:r>
          </a:p>
          <a:p>
            <a:pPr marL="0" indent="0">
              <a:buNone/>
              <a:defRPr sz="1800">
                <a:solidFill>
                  <a:srgbClr val="374151"/>
                </a:solidFill>
              </a:defRPr>
            </a:pPr>
            <a:endParaRPr lang="en-IN" dirty="0"/>
          </a:p>
          <a:p>
            <a:pPr marL="0" indent="0">
              <a:buNone/>
              <a:defRPr sz="1800">
                <a:solidFill>
                  <a:srgbClr val="374151"/>
                </a:solidFill>
              </a:defRPr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381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C88"/>
                </a:solidFill>
              </a:defRPr>
            </a:pPr>
            <a:r>
              <a:rPr dirty="0"/>
              <a:t>Product Popularity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rPr lang="en-IN" dirty="0"/>
              <a:t>Health and Beauty</a:t>
            </a:r>
            <a:r>
              <a:rPr dirty="0"/>
              <a:t>, Fashion</a:t>
            </a:r>
            <a:r>
              <a:rPr lang="en-IN" dirty="0"/>
              <a:t>,</a:t>
            </a:r>
            <a:r>
              <a:rPr dirty="0"/>
              <a:t> Phones &amp; Tablets lead</a:t>
            </a:r>
            <a:r>
              <a:rPr lang="en-IN" dirty="0"/>
              <a:t> lowest is Electronics with 36k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IN" dirty="0"/>
              <a:t>High demand products identified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IN" dirty="0"/>
              <a:t>Low sellers need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381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68D77E-DA7E-DC3D-56D5-CE7270B26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388" y="3224064"/>
            <a:ext cx="4635738" cy="29020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C88"/>
                </a:solidFill>
              </a:defRPr>
            </a:pPr>
            <a:r>
              <a:rPr dirty="0"/>
              <a:t>Year-over-Year Product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Strong recovery in 2020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₹4.05 Cr YoY increase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Electronics drive </a:t>
            </a:r>
            <a:r>
              <a:rPr dirty="0" err="1"/>
              <a:t>growt</a:t>
            </a:r>
            <a:r>
              <a:rPr lang="en-IN" dirty="0"/>
              <a:t>h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381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A3146C-D070-6179-8840-5FEFF4BA2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786" y="3429000"/>
            <a:ext cx="6388428" cy="25782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C88"/>
                </a:solidFill>
              </a:defRPr>
            </a:pPr>
            <a:r>
              <a:t>Returns &amp; Ratings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Returns linked to low ratings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Ratings influence revenue</a:t>
            </a:r>
            <a:endParaRPr lang="en-IN" dirty="0"/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US" dirty="0"/>
              <a:t>Returns signal quality or description gaps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381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F31F37-CD60-2638-97A9-2E4072D8D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416" y="3077359"/>
            <a:ext cx="5489297" cy="30564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AAAA75-E0D3-3CB9-E874-1D114922C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641" y="1704886"/>
            <a:ext cx="1397072" cy="11494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C88"/>
                </a:solidFill>
              </a:defRPr>
            </a:pPr>
            <a:r>
              <a:t>Delivery &amp; Wait Time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1972"/>
            <a:ext cx="8229600" cy="4525963"/>
          </a:xfrm>
        </p:spPr>
        <p:txBody>
          <a:bodyPr/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 Avg wait time ~9.5 days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Shipped from Abroad slowest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Express fastest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381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C7E86E-1B6A-9A90-F19D-C2F3870C8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188" y="2818913"/>
            <a:ext cx="4877051" cy="33148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C88"/>
                </a:solidFill>
              </a:defRPr>
            </a:pPr>
            <a:r>
              <a:t>Geographic &amp; Seasonal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Top regions: Greater Accra, Ashanti, Western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Low-performing months: September, June, November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Regional demand differences guide marketing &amp; logistics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381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24AF4F-5782-AA43-6301-84D57D085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447" y="2937250"/>
            <a:ext cx="4388076" cy="30735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C88"/>
                </a:solidFill>
              </a:defRPr>
            </a:pPr>
            <a:r>
              <a:t>Pricing &amp; Marketing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rPr lang="en-IN" dirty="0"/>
              <a:t>DSLR cameras &amp; premium devices underperform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IN" dirty="0"/>
              <a:t>High price limits demand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IN" dirty="0"/>
              <a:t>Targeted discounts &amp; bundles recommended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IN" dirty="0"/>
              <a:t>EMI &amp; loyalty incentives suggested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381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964521-5B8D-72C2-DA22-67B8C2643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27" y="3114616"/>
            <a:ext cx="6705945" cy="23051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C88"/>
                </a:solidFill>
              </a:defRPr>
            </a:pPr>
            <a:r>
              <a:t>Customer Loyalty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Tier-based segmentation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dirty="0"/>
              <a:t>Rewards boost retention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US" dirty="0"/>
              <a:t>Goal: retention, frequency, lifetime value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381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7DDEFF-B925-4E1A-BFBE-1EF1C0BC8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86182"/>
            <a:ext cx="8229600" cy="39408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C88"/>
                </a:solidFill>
              </a:defRPr>
            </a:pPr>
            <a:r>
              <a:t>Power BI Dashboard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374151"/>
                </a:solidFill>
              </a:defRPr>
            </a:pPr>
            <a:r>
              <a:rPr dirty="0"/>
              <a:t>• Main Tab overview</a:t>
            </a:r>
            <a:endParaRPr lang="en-IN" dirty="0"/>
          </a:p>
          <a:p>
            <a:pPr marL="0" indent="0">
              <a:buNone/>
              <a:defRPr sz="1800">
                <a:solidFill>
                  <a:srgbClr val="374151"/>
                </a:solidFill>
              </a:defRPr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381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EA6F58-B102-ACDB-4274-05FAE3210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07" y="1970204"/>
            <a:ext cx="7493385" cy="42674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C88"/>
                </a:solidFill>
              </a:defRPr>
            </a:pPr>
            <a:r>
              <a:t>Power BI Dashboard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374151"/>
                </a:solidFill>
              </a:defRPr>
            </a:pPr>
            <a:r>
              <a:rPr lang="en-US" dirty="0"/>
              <a:t>• Product Tab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381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B6A23E-626A-D9ED-3872-552E8E67F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35" y="2082691"/>
            <a:ext cx="7372729" cy="421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565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C88"/>
                </a:solidFill>
              </a:defRPr>
            </a:pPr>
            <a:r>
              <a:t>Power BI Dashboard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374151"/>
                </a:solidFill>
              </a:defRPr>
            </a:pPr>
            <a:r>
              <a:rPr lang="en-US" dirty="0"/>
              <a:t>• Individual Product Tab </a:t>
            </a:r>
            <a:r>
              <a:rPr lang="en-US" b="1" dirty="0"/>
              <a:t>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381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DEFCD4-49A5-6520-D6B8-B7839DF40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986" y="2220125"/>
            <a:ext cx="7360028" cy="415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82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C88"/>
                </a:solidFill>
              </a:defRPr>
            </a:pPr>
            <a:r>
              <a:rPr lang="en-IN" dirty="0"/>
              <a:t>Recommendation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rPr lang="en-US" dirty="0"/>
              <a:t>Focus more on high-selling products by keeping enough stock and promoting them more.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US" dirty="0"/>
              <a:t>Improve low-selling products by checking prices, customer reviews, and offering discounts if needed.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US" dirty="0"/>
              <a:t>Reduce delivery time, especially for products shipped from abroad, to improve customer satisfaction.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US" dirty="0"/>
              <a:t>Improve product images and descriptions to reduce returns and increase customer trust.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US" dirty="0"/>
              <a:t>Run special offers and promotions during months with low sales.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US" dirty="0"/>
              <a:t>Introduce a loyalty program to reward regular customers and encourage repeat purchases.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rPr lang="en-US" dirty="0"/>
              <a:t>Regularly track sales and customer feedback to make better business decisions.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381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388</Words>
  <Application>Microsoft Office PowerPoint</Application>
  <PresentationFormat>On-screen Show (4:3)</PresentationFormat>
  <Paragraphs>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E-Commerce Sales </vt:lpstr>
      <vt:lpstr>Problem Statement &amp; Objective</vt:lpstr>
      <vt:lpstr>Dataset Overview</vt:lpstr>
      <vt:lpstr>Data Cleaning &amp; Preparation</vt:lpstr>
      <vt:lpstr>Data Modeling</vt:lpstr>
      <vt:lpstr>Key KPIs &amp; DAX Measures</vt:lpstr>
      <vt:lpstr>Product Popularity Analysis</vt:lpstr>
      <vt:lpstr>Year-over-Year Product Sales</vt:lpstr>
      <vt:lpstr>Returns &amp; Ratings Impact</vt:lpstr>
      <vt:lpstr>Delivery &amp; Wait Time Analysis</vt:lpstr>
      <vt:lpstr>Geographic &amp; Seasonal Insights</vt:lpstr>
      <vt:lpstr>Pricing &amp; Marketing Strategy</vt:lpstr>
      <vt:lpstr>Customer Loyalty Program</vt:lpstr>
      <vt:lpstr>Power BI Dashboard Structure</vt:lpstr>
      <vt:lpstr>Power BI Dashboard Structure</vt:lpstr>
      <vt:lpstr>Power BI Dashboard Structure</vt:lpstr>
      <vt:lpstr>Recommendation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Mr Derek</cp:lastModifiedBy>
  <cp:revision>2</cp:revision>
  <dcterms:created xsi:type="dcterms:W3CDTF">2013-01-27T09:14:16Z</dcterms:created>
  <dcterms:modified xsi:type="dcterms:W3CDTF">2025-12-15T13:26:41Z</dcterms:modified>
  <cp:category/>
</cp:coreProperties>
</file>